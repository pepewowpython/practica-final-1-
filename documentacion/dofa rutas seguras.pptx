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2573866" y="719666"/>
            <a:ext cx="7044267" cy="5418666"/>
            <a:chOff x="541866" y="0"/>
            <a:chExt cx="7044267" cy="5418666"/>
          </a:xfrm>
        </p:grpSpPr>
        <p:sp>
          <p:nvSpPr>
            <p:cNvPr id="85" name="Google Shape;85;p13"/>
            <p:cNvSpPr/>
            <p:nvPr/>
          </p:nvSpPr>
          <p:spPr>
            <a:xfrm>
              <a:off x="4909312" y="3684693"/>
              <a:ext cx="2676821" cy="173397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5750448" y="4156276"/>
              <a:ext cx="1797595" cy="12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CO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Amenaza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41866" y="3684693"/>
              <a:ext cx="2676821" cy="173397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579956" y="4156276"/>
              <a:ext cx="1797595" cy="12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CO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Fortaleza	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4909312" y="0"/>
              <a:ext cx="2676821" cy="173397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5750448" y="38090"/>
              <a:ext cx="1797595" cy="12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CO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Oportunidad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541866" y="0"/>
              <a:ext cx="2676821" cy="173397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579956" y="38090"/>
              <a:ext cx="1797595" cy="12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CO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Debilidades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1663530" y="308864"/>
              <a:ext cx="2346282" cy="2346282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2350740" y="996074"/>
              <a:ext cx="1659000" cy="16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s-CO" sz="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Dependencia de internet y geolocalización, necesidad de mantener información actualizada, costos altos de desarrollo y mantenimiento, precisión dependiente de la calidad de los datos y posible desconfianza inicial de algunos usuarios. </a:t>
              </a:r>
              <a:r>
                <a:rPr b="0" i="0" lang="es-CO" sz="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endParaRPr b="0" i="0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245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 rot="5400000">
              <a:off x="4118186" y="308864"/>
              <a:ext cx="2346282" cy="2346282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4118186" y="996074"/>
              <a:ext cx="1659072" cy="165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s-CO" sz="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Crecimiento del uso de aplicaciones de movilidad, posibilidad de alianzas con alcaldías y empresas de transporte, mayor preocupación por la seguridad urbana, integración futura con inteligencia artificial y expansión a otras ciudades y países. </a:t>
              </a:r>
              <a:endParaRPr b="0" i="0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 rot="10800000">
              <a:off x="4118186" y="2763520"/>
              <a:ext cx="2346282" cy="2346282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4118186" y="2763520"/>
              <a:ext cx="1659072" cy="165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CO" sz="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Competencia con aplicaciones como Google Maps y Waze, reportes falsos o incorrectos, riesgos de ciberseguridad y privacidad de datos, cambios inesperados en la seguridad de las zonas y posibles problemas legales relacionados con incidentes. </a:t>
              </a:r>
              <a:endParaRPr b="0" i="0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5400000">
              <a:off x="1663530" y="2763520"/>
              <a:ext cx="2346282" cy="2346282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2350740" y="2763520"/>
              <a:ext cx="1659072" cy="165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CO" sz="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Rutas Inseguras  prioriza la seguridad del usuario, utiliza información como iluminación, horarios y reportes de incidentes, ayuda a prevenir situaciones inseguras, ofrece una propuesta innovadora frente a los GPS tradicionales y puede generar confianza y tranquilidad en los usuarios </a:t>
              </a:r>
              <a:endParaRPr b="0" i="0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3658954" y="2221653"/>
              <a:ext cx="810000" cy="704400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cubicBezTo>
                    <a:pt x="6522" y="34374"/>
                    <a:pt x="25368" y="12492"/>
                    <a:pt x="51108" y="8231"/>
                  </a:cubicBezTo>
                  <a:cubicBezTo>
                    <a:pt x="76849" y="3970"/>
                    <a:pt x="101961" y="18575"/>
                    <a:pt x="110521" y="42785"/>
                  </a:cubicBezTo>
                  <a:lnTo>
                    <a:pt x="116428" y="42785"/>
                  </a:lnTo>
                  <a:lnTo>
                    <a:pt x="106956" y="60000"/>
                  </a:lnTo>
                  <a:lnTo>
                    <a:pt x="90339" y="42785"/>
                  </a:lnTo>
                  <a:lnTo>
                    <a:pt x="95921" y="42785"/>
                  </a:lnTo>
                  <a:cubicBezTo>
                    <a:pt x="87358" y="27417"/>
                    <a:pt x="68572" y="19475"/>
                    <a:pt x="50449" y="23561"/>
                  </a:cubicBezTo>
                  <a:cubicBezTo>
                    <a:pt x="32325" y="27648"/>
                    <a:pt x="19567" y="42702"/>
                    <a:pt x="19567" y="60000"/>
                  </a:cubicBezTo>
                  <a:close/>
                </a:path>
              </a:pathLst>
            </a:cu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 rot="10800000">
              <a:off x="3658954" y="2492586"/>
              <a:ext cx="810090" cy="704426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